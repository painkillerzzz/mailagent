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2399288" cy="43200638"/>
  <p:notesSz cx="6858000" cy="9144000"/>
  <p:defaultTextStyle>
    <a:defPPr>
      <a:defRPr lang="zh-CN"/>
    </a:defPPr>
    <a:lvl1pPr marL="0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7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98"/>
    <p:restoredTop sz="96621"/>
  </p:normalViewPr>
  <p:slideViewPr>
    <p:cSldViewPr snapToGrid="0" snapToObjects="1">
      <p:cViewPr>
        <p:scale>
          <a:sx n="22" d="100"/>
          <a:sy n="22" d="100"/>
        </p:scale>
        <p:origin x="29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</p:spPr>
        <p:txBody>
          <a:bodyPr anchor="b"/>
          <a:lstStyle>
            <a:lvl1pPr algn="ctr">
              <a:defRPr sz="212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3887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045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  <a:prstGeom prst="rect">
            <a:avLst/>
          </a:prstGeom>
        </p:spPr>
        <p:txBody>
          <a:bodyPr anchor="b"/>
          <a:lstStyle>
            <a:lvl1pPr>
              <a:defRPr sz="212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056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335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162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679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37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13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3105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66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A77946F1-DE68-C54F-BE2B-364734E686D9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DB608806-DB74-904E-A041-6B43EE4954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17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DD5663-0087-6C4D-9405-5082F9B96A0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"/>
            <a:ext cx="32399288" cy="4319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8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25027D-1525-43A6-A378-724355AAAF86}"/>
              </a:ext>
            </a:extLst>
          </p:cNvPr>
          <p:cNvSpPr txBox="1"/>
          <p:nvPr/>
        </p:nvSpPr>
        <p:spPr>
          <a:xfrm>
            <a:off x="11368564" y="40918741"/>
            <a:ext cx="9662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联系人：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9B2027-5AD4-A028-4957-9805412066CA}"/>
              </a:ext>
            </a:extLst>
          </p:cNvPr>
          <p:cNvSpPr txBox="1"/>
          <p:nvPr/>
        </p:nvSpPr>
        <p:spPr>
          <a:xfrm>
            <a:off x="11368564" y="41821083"/>
            <a:ext cx="9662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            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BA5142-84FB-7C40-94AC-2EEAF750028E}"/>
              </a:ext>
            </a:extLst>
          </p:cNvPr>
          <p:cNvSpPr txBox="1"/>
          <p:nvPr/>
        </p:nvSpPr>
        <p:spPr>
          <a:xfrm>
            <a:off x="-149834" y="777158"/>
            <a:ext cx="323992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大模型驱动的软件开发</a:t>
            </a:r>
            <a:r>
              <a:rPr kumimoji="1" lang="zh-TW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</a:t>
            </a:r>
            <a:r>
              <a:rPr kumimoji="1" lang="zh-CN" altLang="en-US" sz="120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课程成果展示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C96CDC-8EF7-0BD6-0CFC-57CCABFDD2A4}"/>
              </a:ext>
            </a:extLst>
          </p:cNvPr>
          <p:cNvSpPr txBox="1"/>
          <p:nvPr/>
        </p:nvSpPr>
        <p:spPr>
          <a:xfrm>
            <a:off x="1" y="2944350"/>
            <a:ext cx="323992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80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2026</a:t>
            </a:r>
            <a:r>
              <a:rPr kumimoji="1" lang="zh-CN" altLang="en-US" sz="8000" b="1" dirty="0">
                <a:solidFill>
                  <a:schemeClr val="bg1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 春季学期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B9CAE8-E564-2561-4A47-10AC81B231D7}"/>
              </a:ext>
            </a:extLst>
          </p:cNvPr>
          <p:cNvSpPr txBox="1"/>
          <p:nvPr/>
        </p:nvSpPr>
        <p:spPr>
          <a:xfrm>
            <a:off x="13812129" y="7439150"/>
            <a:ext cx="10832123" cy="606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建议格式：</a:t>
            </a:r>
            <a:endParaRPr lang="en-US" altLang="zh-CN" sz="4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中文字体：微软雅黑</a:t>
            </a:r>
            <a:endParaRPr lang="en-US" altLang="zh-CN" sz="4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英文字体：</a:t>
            </a:r>
            <a: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  <a:t>Arial</a:t>
            </a:r>
          </a:p>
          <a:p>
            <a:pPr>
              <a:lnSpc>
                <a:spcPct val="150000"/>
              </a:lnSpc>
            </a:pP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字号不小于</a:t>
            </a:r>
            <a: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  <a:t>44</a:t>
            </a: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号</a:t>
            </a:r>
            <a:endParaRPr lang="en-US" altLang="zh-CN" sz="4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导出</a:t>
            </a:r>
            <a: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  <a:t>pdf</a:t>
            </a: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或</a:t>
            </a:r>
            <a: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  <a:t>jpg</a:t>
            </a: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格式提交</a:t>
            </a:r>
            <a:endParaRPr lang="en-US" altLang="zh-CN" sz="4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制作尺寸：</a:t>
            </a:r>
            <a:r>
              <a:rPr lang="en-US" altLang="zh-CN" sz="4400" dirty="0">
                <a:latin typeface="Arial" panose="020B0604020202020204" pitchFamily="34" charset="0"/>
                <a:ea typeface="微软雅黑" panose="020B0503020204020204" pitchFamily="34" charset="-122"/>
              </a:rPr>
              <a:t>1.2*0.9</a:t>
            </a:r>
            <a:r>
              <a:rPr lang="zh-CN" altLang="en-US" sz="4400" dirty="0">
                <a:latin typeface="Arial" panose="020B0604020202020204" pitchFamily="34" charset="0"/>
                <a:ea typeface="微软雅黑" panose="020B0503020204020204" pitchFamily="34" charset="-122"/>
              </a:rPr>
              <a:t>米</a:t>
            </a:r>
          </a:p>
        </p:txBody>
      </p:sp>
    </p:spTree>
    <p:extLst>
      <p:ext uri="{BB962C8B-B14F-4D97-AF65-F5344CB8AC3E}">
        <p14:creationId xmlns:p14="http://schemas.microsoft.com/office/powerpoint/2010/main" val="1051410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46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微软雅黑</vt:lpstr>
      <vt:lpstr>Arial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</dc:creator>
  <cp:lastModifiedBy>Fanco Iong</cp:lastModifiedBy>
  <cp:revision>16</cp:revision>
  <dcterms:created xsi:type="dcterms:W3CDTF">2023-09-01T11:42:48Z</dcterms:created>
  <dcterms:modified xsi:type="dcterms:W3CDTF">2026-05-27T15:58:34Z</dcterms:modified>
</cp:coreProperties>
</file>