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399288" cy="43200638"/>
  <p:notesSz cx="6858000" cy="9144000"/>
  <p:defaultTextStyle>
    <a:defPPr>
      <a:defRPr lang="zh-CN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8"/>
    <p:restoredTop sz="96621"/>
  </p:normalViewPr>
  <p:slideViewPr>
    <p:cSldViewPr snapToGrid="0" snapToObjects="1">
      <p:cViewPr>
        <p:scale>
          <a:sx n="22" d="100"/>
          <a:sy n="22" d="100"/>
        </p:scale>
        <p:origin x="29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</p:spPr>
        <p:txBody>
          <a:bodyPr anchor="b"/>
          <a:lstStyle>
            <a:lvl1pPr algn="ctr"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887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045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</p:spPr>
        <p:txBody>
          <a:bodyPr anchor="b"/>
          <a:lstStyle>
            <a:lvl1pPr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56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335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162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679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3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13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10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6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1768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DD5663-0087-6C4D-9405-5082F9B96A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"/>
            <a:ext cx="32399288" cy="431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8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25027D-1525-43A6-A378-724355AAAF86}"/>
              </a:ext>
            </a:extLst>
          </p:cNvPr>
          <p:cNvSpPr txBox="1"/>
          <p:nvPr/>
        </p:nvSpPr>
        <p:spPr>
          <a:xfrm>
            <a:off x="914400" y="40918741"/>
            <a:ext cx="3056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作者：张翔宇  2022012081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B2027-5AD4-A028-4957-9805412066CA}"/>
              </a:ext>
            </a:extLst>
          </p:cNvPr>
          <p:cNvSpPr txBox="1"/>
          <p:nvPr/>
        </p:nvSpPr>
        <p:spPr>
          <a:xfrm>
            <a:off x="914400" y="41821083"/>
            <a:ext cx="3056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邮箱：xiangyuz22@mails.tsinghua.edu.cn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BA5142-84FB-7C40-94AC-2EEAF750028E}"/>
              </a:ext>
            </a:extLst>
          </p:cNvPr>
          <p:cNvSpPr txBox="1"/>
          <p:nvPr/>
        </p:nvSpPr>
        <p:spPr>
          <a:xfrm>
            <a:off x="-149834" y="777158"/>
            <a:ext cx="323992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大模型驱动的软件开发</a:t>
            </a:r>
            <a:r>
              <a:rPr kumimoji="1" lang="zh-TW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 </a:t>
            </a:r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课程成果展示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C96CDC-8EF7-0BD6-0CFC-57CCABFDD2A4}"/>
              </a:ext>
            </a:extLst>
          </p:cNvPr>
          <p:cNvSpPr txBox="1"/>
          <p:nvPr/>
        </p:nvSpPr>
        <p:spPr>
          <a:xfrm>
            <a:off x="1" y="2944350"/>
            <a:ext cx="32399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2026</a:t>
            </a:r>
            <a:r>
              <a:rPr kumimoji="1" lang="zh-CN" altLang="en-US" sz="8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/>
              </a:rPr>
              <a:t> 春季学期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272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66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智能邮件管理代理  ·  Mail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大模型驱动的 Gmail + Google Calendar 邮件自动化代理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0"/>
            <a:ext cx="31117032" cy="768096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7680960"/>
            <a:ext cx="31117032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9555480"/>
            <a:ext cx="7093458" cy="15544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API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/ IMAP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90738" y="10058400"/>
            <a:ext cx="54864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85098" y="9555480"/>
            <a:ext cx="7093458" cy="155448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邮件解析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Parser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5924276" y="10058400"/>
            <a:ext cx="54864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518635" y="9555480"/>
            <a:ext cx="7093458" cy="15544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语义分析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657814" y="10058400"/>
            <a:ext cx="54864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52173" y="9555480"/>
            <a:ext cx="7093458" cy="155448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意图路由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Router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5741396" y="11292840"/>
            <a:ext cx="914400" cy="868680"/>
          </a:xfrm>
          <a:prstGeom prst="down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12207240"/>
            <a:ext cx="30294072" cy="1371600"/>
          </a:xfrm>
          <a:prstGeom prst="roundRect">
            <a:avLst>
              <a:gd name="adj" fmla="val 10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分发 → 日历调度 · 回复生成 · 优先级排序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4310360"/>
            <a:ext cx="30294072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拉取 → 大模型理解 → 意图分发到 日历 / 回复 / 优先级；来源与日历后端均可替换。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554480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1554480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邮件语义理解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邮件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364480" y="1863090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41720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语义分析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54640" y="1863090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231880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意图·紧急度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需回复·含日程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20688300"/>
            <a:ext cx="14447519" cy="21259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用大模型读懂邮件：判别意图、紧急度、是否需回复与是否含日程，供后续模块复用。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86632" y="1554480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486632" y="1554480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优先级评分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898112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发件人·截止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意图·紧急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211032" y="1863090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88272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评分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6301192" y="1863090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078432" y="1785366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Critical/High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Medium/Low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898112" y="20688300"/>
            <a:ext cx="14447519" cy="21259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结合发件人权重、截止日期与 LLM 分析综合打分，重要邮件自动排到最前。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340864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2340864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日历调度 · 冲突避让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解析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起止时间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364480" y="2649474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41720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冲突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454640" y="2649474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231880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建事件 /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避让改期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28552140"/>
            <a:ext cx="14447519" cy="21259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解析自然语言时间并检测冲突；冲突时按日历空闲就近避让或建议改期。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486632" y="2340864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486632" y="2340864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个性化回复生成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898112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F1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原邮件 +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用户风格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1211032" y="2649474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1988272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生成回复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6301192" y="2649474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078432" y="2571750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草稿/发送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898112" y="28552140"/>
            <a:ext cx="14447519" cy="21259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结合邮件内容与你的写作风格生成自然回复；冲突时引用空闲建议改期，可存草稿或发送。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3127248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" y="3127248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Google 生态集成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Mail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OAuth2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364480" y="3435858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41720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Gmail API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读/发/标签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10454640" y="3435858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1231880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Calendar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· 日程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36415979"/>
            <a:ext cx="14447519" cy="2125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OAuth2 一次授权，原生读写真实 Gmail 与 Google Calendar，无需导出或中转。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486632" y="31272480"/>
            <a:ext cx="15270480" cy="7589520"/>
          </a:xfrm>
          <a:prstGeom prst="roundRect">
            <a:avLst>
              <a:gd name="adj" fmla="val 2000"/>
            </a:avLst>
          </a:prstGeom>
          <a:solidFill>
            <a:srgbClr val="F9F6FC"/>
          </a:solidFill>
          <a:ln w="19050">
            <a:solidFill>
              <a:srgbClr val="DDD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6486632" y="31272480"/>
            <a:ext cx="15270480" cy="132588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898112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8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21211032" y="3435858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1988272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AD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FastAPI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后端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6301192" y="34358580"/>
            <a:ext cx="731520" cy="548640"/>
          </a:xfrm>
          <a:prstGeom prst="rightArrow">
            <a:avLst/>
          </a:prstGeom>
          <a:solidFill>
            <a:srgbClr val="94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7078432" y="33581340"/>
            <a:ext cx="4267199" cy="2103120"/>
          </a:xfrm>
          <a:prstGeom prst="roundRect">
            <a:avLst>
              <a:gd name="adj" fmla="val 10000"/>
            </a:avLst>
          </a:prstGeom>
          <a:solidFill>
            <a:srgbClr val="E3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HTMX 前端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8E5AA0"/>
                </a:solidFill>
                <a:latin typeface="微软雅黑"/>
                <a:ea typeface="微软雅黑"/>
                <a:cs typeface="微软雅黑"/>
              </a:rPr>
              <a:t>Typer CLI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898112" y="36415979"/>
            <a:ext cx="14447519" cy="2125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524B5A"/>
                </a:solidFill>
                <a:latin typeface="微软雅黑"/>
                <a:ea typeface="微软雅黑"/>
                <a:cs typeface="微软雅黑"/>
              </a:rPr>
              <a:t>大模型 GLM-4.6 + FastAPI 后端 + HTMX 前端 / Typer 命令行，pytest 全覆盖。</a:t>
            </a:r>
          </a:p>
        </p:txBody>
      </p:sp>
    </p:spTree>
    <p:extLst>
      <p:ext uri="{BB962C8B-B14F-4D97-AF65-F5344CB8AC3E}">
        <p14:creationId xmlns:p14="http://schemas.microsoft.com/office/powerpoint/2010/main" val="105141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46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微软雅黑</vt:lpstr>
      <vt:lpstr>Arial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</dc:creator>
  <cp:lastModifiedBy>Fanco Iong</cp:lastModifiedBy>
  <cp:revision>16</cp:revision>
  <dcterms:created xsi:type="dcterms:W3CDTF">2023-09-01T11:42:48Z</dcterms:created>
  <dcterms:modified xsi:type="dcterms:W3CDTF">2026-05-27T15:58:34Z</dcterms:modified>
</cp:coreProperties>
</file>